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25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73" r:id="rId9"/>
    <p:sldId id="272" r:id="rId10"/>
    <p:sldId id="286" r:id="rId11"/>
    <p:sldId id="276" r:id="rId12"/>
    <p:sldId id="287" r:id="rId13"/>
    <p:sldId id="279" r:id="rId14"/>
    <p:sldId id="285" r:id="rId15"/>
    <p:sldId id="280" r:id="rId16"/>
    <p:sldId id="275" r:id="rId17"/>
    <p:sldId id="277" r:id="rId18"/>
    <p:sldId id="278" r:id="rId19"/>
    <p:sldId id="268" r:id="rId20"/>
    <p:sldId id="269" r:id="rId21"/>
    <p:sldId id="281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061" autoAdjust="0"/>
  </p:normalViewPr>
  <p:slideViewPr>
    <p:cSldViewPr snapToGrid="0">
      <p:cViewPr>
        <p:scale>
          <a:sx n="75" d="100"/>
          <a:sy n="75" d="100"/>
        </p:scale>
        <p:origin x="-54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4260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3074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6065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452872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60731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55328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688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3678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89239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719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698172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16502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1571038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800391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90786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98082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93010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4/27/2022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51399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  <p:sldLayoutId id="2147484037" r:id="rId12"/>
    <p:sldLayoutId id="2147484038" r:id="rId13"/>
    <p:sldLayoutId id="2147484039" r:id="rId14"/>
    <p:sldLayoutId id="2147484040" r:id="rId15"/>
    <p:sldLayoutId id="2147484041" r:id="rId16"/>
    <p:sldLayoutId id="214748404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xpixel.net/Label-Thank-You-Pen-Feedback-Paper-Business-Card-6076178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BF8A46-D379-47EE-8F35-FE99174DB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435428"/>
            <a:ext cx="12293600" cy="258354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1"/>
                </a:solidFill>
              </a:rPr>
              <a:t>			INDUSTRIAL ORIENTED MINIPROJECT 							    						SEMINAR ON</a:t>
            </a:r>
            <a:br>
              <a:rPr lang="en-US" sz="3600" b="1" dirty="0">
                <a:solidFill>
                  <a:schemeClr val="accent1"/>
                </a:solidFill>
              </a:rPr>
            </a:br>
            <a:r>
              <a:rPr lang="en-US" sz="3600" b="1" dirty="0">
                <a:solidFill>
                  <a:schemeClr val="accent1"/>
                </a:solidFill>
              </a:rPr>
              <a:t>      		LOW-COST SORTING NETWORK CIRCUITS 									USING UNARY PROCCESING</a:t>
            </a:r>
            <a:endParaRPr lang="en-IN" sz="3600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A6EDDC6C-FF87-41DF-A324-F83FF9336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9981" y="4101370"/>
            <a:ext cx="8637072" cy="34861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                          PRESENTED BY</a:t>
            </a:r>
          </a:p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                                                      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160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2F735C-7220-427D-A137-6CF02ACF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04799" y="618517"/>
            <a:ext cx="11341845" cy="1299183"/>
          </a:xfrm>
        </p:spPr>
        <p:txBody>
          <a:bodyPr>
            <a:normAutofit/>
          </a:bodyPr>
          <a:lstStyle/>
          <a:p>
            <a:r>
              <a:rPr lang="en-US" sz="4000" b="1" dirty="0"/>
              <a:t>                           ABSTRACT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75BB150-EEFA-47A8-A8C4-4754EC7DA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917700"/>
            <a:ext cx="8825659" cy="4102100"/>
          </a:xfrm>
        </p:spPr>
        <p:txBody>
          <a:bodyPr>
            <a:normAutofit/>
          </a:bodyPr>
          <a:lstStyle/>
          <a:p>
            <a:r>
              <a:rPr lang="en-US" sz="2400" b="0" i="0" cap="none" dirty="0">
                <a:solidFill>
                  <a:srgbClr val="202122"/>
                </a:solidFill>
                <a:effectLst/>
                <a:latin typeface="Gill Sans MT" panose="020B0502020104020203" pitchFamily="34" charset="0"/>
              </a:rPr>
              <a:t>Sorting networks differ from general comparison sort in that they are only capable of handling certain number of  inputs.</a:t>
            </a:r>
          </a:p>
          <a:p>
            <a:r>
              <a:rPr lang="en-US" sz="2400" b="0" i="0" cap="none" dirty="0">
                <a:solidFill>
                  <a:srgbClr val="202122"/>
                </a:solidFill>
                <a:effectLst/>
                <a:latin typeface="Gill Sans MT" panose="020B0502020104020203" pitchFamily="34" charset="0"/>
              </a:rPr>
              <a:t> </a:t>
            </a:r>
            <a:r>
              <a:rPr lang="en-US" sz="2400" cap="none" dirty="0">
                <a:solidFill>
                  <a:srgbClr val="202122"/>
                </a:solidFill>
                <a:latin typeface="Gill Sans MT" panose="020B0502020104020203" pitchFamily="34" charset="0"/>
              </a:rPr>
              <a:t>I</a:t>
            </a:r>
            <a:r>
              <a:rPr lang="en-US" sz="2400" b="0" i="0" cap="none" dirty="0">
                <a:solidFill>
                  <a:srgbClr val="202122"/>
                </a:solidFill>
                <a:effectLst/>
                <a:latin typeface="Gill Sans MT" panose="020B0502020104020203" pitchFamily="34" charset="0"/>
              </a:rPr>
              <a:t>n that their sequence of comparisons is set in advance.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The usual approach is to wire up a network of compare-and-swap(CAS)units in configuration called a batcher or bitonic</a:t>
            </a:r>
            <a:r>
              <a:rPr lang="en-US" sz="2400" b="0" i="0" dirty="0">
                <a:solidFill>
                  <a:srgbClr val="202122"/>
                </a:solidFill>
                <a:effectLst/>
                <a:latin typeface="Gill Sans MT" panose="020B0502020104020203" pitchFamily="34" charset="0"/>
              </a:rPr>
              <a:t>.</a:t>
            </a:r>
            <a:endParaRPr lang="en-US" sz="2400" b="1" i="0" dirty="0">
              <a:solidFill>
                <a:schemeClr val="accent5"/>
              </a:solidFill>
              <a:effectLst/>
              <a:latin typeface="Gill Sans MT" panose="020B0502020104020203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43368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B87606-1237-4DC4-B8BF-B6508887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212" y="804170"/>
            <a:ext cx="10364451" cy="1596177"/>
          </a:xfrm>
        </p:spPr>
        <p:txBody>
          <a:bodyPr/>
          <a:lstStyle/>
          <a:p>
            <a:r>
              <a:rPr lang="en-US" b="1" dirty="0">
                <a:latin typeface="Gill Sans MT" panose="020B0502020104020203" pitchFamily="34" charset="0"/>
              </a:rPr>
              <a:t>ABSTRACT</a:t>
            </a:r>
            <a:endParaRPr lang="en-IN" b="1" dirty="0">
              <a:latin typeface="Gill Sans MT" panose="020B05020201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C4E00A3-E858-4132-9EEF-E607BBF08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1988456"/>
            <a:ext cx="10195217" cy="48695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cap="none" dirty="0">
                <a:latin typeface="Gill Sans MT" panose="020B0502020104020203" pitchFamily="34" charset="0"/>
              </a:rPr>
              <a:t>In this project we are using </a:t>
            </a:r>
            <a:r>
              <a:rPr lang="en-US" sz="2400" b="1" cap="none" dirty="0">
                <a:solidFill>
                  <a:schemeClr val="accent1"/>
                </a:solidFill>
                <a:latin typeface="Gill Sans MT" panose="020B0502020104020203" pitchFamily="34" charset="0"/>
              </a:rPr>
              <a:t>Verilog HDL  and Xilinx tool.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cap="none" dirty="0">
                <a:solidFill>
                  <a:schemeClr val="accent1"/>
                </a:solidFill>
                <a:latin typeface="Gill Sans MT" panose="020B0502020104020203" pitchFamily="34" charset="0"/>
              </a:rPr>
              <a:t>Sorting network </a:t>
            </a:r>
            <a:r>
              <a:rPr lang="en-US" sz="2400" cap="none" dirty="0">
                <a:latin typeface="Gill Sans MT" panose="020B0502020104020203" pitchFamily="34" charset="0"/>
              </a:rPr>
              <a:t>is used to sort the data in sequence.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cap="none" dirty="0">
                <a:latin typeface="Gill Sans MT" panose="020B0502020104020203" pitchFamily="34" charset="0"/>
              </a:rPr>
              <a:t> Unary processing makes the process simple. </a:t>
            </a:r>
          </a:p>
        </p:txBody>
      </p:sp>
    </p:spTree>
    <p:extLst>
      <p:ext uri="{BB962C8B-B14F-4D97-AF65-F5344CB8AC3E}">
        <p14:creationId xmlns:p14="http://schemas.microsoft.com/office/powerpoint/2010/main" xmlns="" val="413591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F713FA-4D38-4DA5-B512-921B1CDAF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916" y="708391"/>
            <a:ext cx="8911687" cy="1280890"/>
          </a:xfrm>
        </p:spPr>
        <p:txBody>
          <a:bodyPr/>
          <a:lstStyle/>
          <a:p>
            <a:r>
              <a:rPr lang="en-US" b="1" dirty="0"/>
              <a:t>ABSTRACT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7D4A66-DD10-4E38-A840-C341EB0D4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249" y="2201046"/>
            <a:ext cx="8825659" cy="3416300"/>
          </a:xfrm>
        </p:spPr>
        <p:txBody>
          <a:bodyPr>
            <a:normAutofit/>
          </a:bodyPr>
          <a:lstStyle/>
          <a:p>
            <a:r>
              <a:rPr lang="en-US" sz="2400" cap="none" dirty="0">
                <a:solidFill>
                  <a:srgbClr val="202122"/>
                </a:solidFill>
              </a:rPr>
              <a:t>I</a:t>
            </a:r>
            <a:r>
              <a:rPr lang="en-US" sz="2400" b="0" i="0" cap="none" dirty="0">
                <a:solidFill>
                  <a:srgbClr val="202122"/>
                </a:solidFill>
                <a:effectLst/>
              </a:rPr>
              <a:t>n this comparison sorting we use</a:t>
            </a:r>
            <a:r>
              <a:rPr lang="en-US" sz="2400" b="1" i="0" cap="none" dirty="0">
                <a:solidFill>
                  <a:srgbClr val="202122"/>
                </a:solidFill>
                <a:effectLst/>
              </a:rPr>
              <a:t> </a:t>
            </a:r>
            <a:r>
              <a:rPr lang="en-US" sz="2400" b="1" i="0" cap="none" dirty="0">
                <a:solidFill>
                  <a:schemeClr val="accent1">
                    <a:lumMod val="75000"/>
                  </a:schemeClr>
                </a:solidFill>
                <a:effectLst/>
              </a:rPr>
              <a:t>unary processing</a:t>
            </a:r>
            <a:r>
              <a:rPr lang="en-US" sz="2400" b="0" i="0" cap="none" dirty="0">
                <a:solidFill>
                  <a:srgbClr val="202122"/>
                </a:solidFill>
                <a:effectLst/>
              </a:rPr>
              <a:t>.</a:t>
            </a:r>
          </a:p>
          <a:p>
            <a:r>
              <a:rPr lang="en-US" sz="2400" b="0" i="0" cap="none" dirty="0">
                <a:solidFill>
                  <a:srgbClr val="202122"/>
                </a:solidFill>
                <a:effectLst/>
              </a:rPr>
              <a:t> </a:t>
            </a:r>
            <a:r>
              <a:rPr lang="en-US" sz="2400" b="1" i="0" cap="none" dirty="0">
                <a:solidFill>
                  <a:schemeClr val="accent1">
                    <a:lumMod val="75000"/>
                  </a:schemeClr>
                </a:solidFill>
                <a:effectLst/>
                <a:latin typeface="Gill Sans MT" panose="020B0502020104020203" pitchFamily="34" charset="0"/>
              </a:rPr>
              <a:t>unary</a:t>
            </a:r>
            <a:r>
              <a:rPr lang="en-US" sz="2400" b="1" i="0" cap="none" dirty="0">
                <a:solidFill>
                  <a:schemeClr val="accent1">
                    <a:lumMod val="75000"/>
                  </a:schemeClr>
                </a:solidFill>
                <a:effectLst/>
              </a:rPr>
              <a:t> processing</a:t>
            </a:r>
            <a:r>
              <a:rPr lang="en-US" sz="2400" b="0" i="0" cap="none" dirty="0">
                <a:solidFill>
                  <a:schemeClr val="accent1">
                    <a:lumMod val="75000"/>
                  </a:schemeClr>
                </a:solidFill>
                <a:effectLst/>
              </a:rPr>
              <a:t>  </a:t>
            </a:r>
            <a:r>
              <a:rPr lang="en-US" sz="2400" b="0" i="0" cap="none" dirty="0">
                <a:solidFill>
                  <a:srgbClr val="202122"/>
                </a:solidFill>
                <a:effectLst/>
              </a:rPr>
              <a:t>compares two inputs and swaps </a:t>
            </a:r>
            <a:r>
              <a:rPr lang="en-US" sz="2400" cap="none" dirty="0">
                <a:solidFill>
                  <a:srgbClr val="202122"/>
                </a:solidFill>
              </a:rPr>
              <a:t>according to  the logic</a:t>
            </a:r>
            <a:r>
              <a:rPr lang="en-US" sz="2400" b="0" i="0" cap="none" dirty="0">
                <a:solidFill>
                  <a:srgbClr val="202122"/>
                </a:solidFill>
                <a:effectLst/>
              </a:rPr>
              <a:t>.</a:t>
            </a:r>
            <a:endParaRPr lang="en-US" sz="2400" b="1" i="0" cap="none" dirty="0">
              <a:solidFill>
                <a:schemeClr val="accent5"/>
              </a:solidFill>
              <a:effectLst/>
            </a:endParaRPr>
          </a:p>
          <a:p>
            <a:r>
              <a:rPr lang="en-US" sz="2400" cap="none" dirty="0">
                <a:solidFill>
                  <a:srgbClr val="202122"/>
                </a:solidFill>
              </a:rPr>
              <a:t>In unary processing, numbers are encoded uniformly in the sequence of </a:t>
            </a:r>
            <a:r>
              <a:rPr lang="en-US" sz="2400" b="1" cap="none" dirty="0">
                <a:solidFill>
                  <a:schemeClr val="accent1">
                    <a:lumMod val="75000"/>
                  </a:schemeClr>
                </a:solidFill>
              </a:rPr>
              <a:t>1’s</a:t>
            </a:r>
            <a:r>
              <a:rPr lang="en-US" sz="2400" cap="none" dirty="0">
                <a:solidFill>
                  <a:srgbClr val="202122"/>
                </a:solidFill>
              </a:rPr>
              <a:t> followed by </a:t>
            </a:r>
            <a:r>
              <a:rPr lang="en-US" sz="2400" b="1" cap="none" dirty="0">
                <a:solidFill>
                  <a:schemeClr val="accent1">
                    <a:lumMod val="75000"/>
                  </a:schemeClr>
                </a:solidFill>
              </a:rPr>
              <a:t>0’s</a:t>
            </a:r>
            <a:r>
              <a:rPr lang="en-US" sz="2400" b="1" cap="none" dirty="0">
                <a:solidFill>
                  <a:schemeClr val="accent5"/>
                </a:solidFill>
              </a:rPr>
              <a:t>.</a:t>
            </a:r>
            <a:endParaRPr lang="en-US" sz="2400" b="1" i="0" cap="none" dirty="0">
              <a:solidFill>
                <a:schemeClr val="accent5"/>
              </a:solidFill>
              <a:effectLst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350751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6BF0E7-0F09-4E0A-A919-917AB5270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983" y="436729"/>
            <a:ext cx="11232654" cy="766169"/>
          </a:xfrm>
        </p:spPr>
        <p:txBody>
          <a:bodyPr>
            <a:normAutofit/>
          </a:bodyPr>
          <a:lstStyle/>
          <a:p>
            <a:r>
              <a:rPr lang="en-US" b="1" dirty="0"/>
              <a:t>INTRODUCTION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BD14B6D-0613-44DF-80A0-9CA870C00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301" y="1485900"/>
            <a:ext cx="10051554" cy="3980446"/>
          </a:xfrm>
        </p:spPr>
        <p:txBody>
          <a:bodyPr>
            <a:normAutofit/>
          </a:bodyPr>
          <a:lstStyle/>
          <a:p>
            <a:r>
              <a:rPr lang="en-US" sz="2400" cap="none" dirty="0"/>
              <a:t>To overcome the drawbacks of weighted binary radix and stochastic processing we use unary processing</a:t>
            </a:r>
            <a:r>
              <a:rPr lang="en-US" sz="2400" dirty="0"/>
              <a:t>.</a:t>
            </a:r>
          </a:p>
          <a:p>
            <a:r>
              <a:rPr lang="en-US" sz="2400" cap="none" dirty="0"/>
              <a:t>A sorting network is the combination of CAS blocks that sorts a set of input data.</a:t>
            </a:r>
          </a:p>
          <a:p>
            <a:r>
              <a:rPr lang="en-US" sz="2400" cap="none" dirty="0"/>
              <a:t>Each CAS block compares two input values and swaps at the output.</a:t>
            </a:r>
          </a:p>
        </p:txBody>
      </p:sp>
    </p:spTree>
    <p:extLst>
      <p:ext uri="{BB962C8B-B14F-4D97-AF65-F5344CB8AC3E}">
        <p14:creationId xmlns:p14="http://schemas.microsoft.com/office/powerpoint/2010/main" xmlns="" val="1553346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503F86-162A-4214-8E11-4B738410C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086" y="787883"/>
            <a:ext cx="8911687" cy="1280890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8725B0-FEB5-449D-9B74-648FFDDFDF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67092"/>
            <a:ext cx="10363826" cy="3424107"/>
          </a:xfrm>
        </p:spPr>
        <p:txBody>
          <a:bodyPr>
            <a:normAutofit/>
          </a:bodyPr>
          <a:lstStyle/>
          <a:p>
            <a:r>
              <a:rPr lang="en-US" sz="2400" cap="none" dirty="0"/>
              <a:t>The essential operations in CAS blocks are minimum and maximum functions.</a:t>
            </a:r>
          </a:p>
          <a:p>
            <a:r>
              <a:rPr lang="en-US" sz="2400" cap="none" dirty="0"/>
              <a:t>To synthesize the CAS block one AND </a:t>
            </a:r>
            <a:r>
              <a:rPr lang="en-US" sz="2400" cap="none" dirty="0" err="1"/>
              <a:t>and</a:t>
            </a:r>
            <a:r>
              <a:rPr lang="en-US" sz="2400" cap="none" dirty="0"/>
              <a:t> OR gate are required.</a:t>
            </a:r>
          </a:p>
          <a:p>
            <a:r>
              <a:rPr lang="en-US" sz="2400" cap="none" dirty="0"/>
              <a:t>The maximum and minimum value functions are simple and low-cost  unary implementations.</a:t>
            </a:r>
            <a:endParaRPr lang="en-IN" sz="2400" cap="none" dirty="0"/>
          </a:p>
        </p:txBody>
      </p:sp>
    </p:spTree>
    <p:extLst>
      <p:ext uri="{BB962C8B-B14F-4D97-AF65-F5344CB8AC3E}">
        <p14:creationId xmlns:p14="http://schemas.microsoft.com/office/powerpoint/2010/main" xmlns="" val="106557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417894-5DD3-472E-B66E-9DFA899B7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6442" y="535124"/>
            <a:ext cx="8884242" cy="1280890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DD9F76C-163F-48FE-9315-2AEF0FB7B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112" y="2247900"/>
            <a:ext cx="8915400" cy="3777622"/>
          </a:xfrm>
        </p:spPr>
        <p:txBody>
          <a:bodyPr/>
          <a:lstStyle/>
          <a:p>
            <a:r>
              <a:rPr lang="en-US" cap="none" dirty="0">
                <a:latin typeface="Gill Sans MT" panose="020B0502020104020203" pitchFamily="34" charset="0"/>
              </a:rPr>
              <a:t> </a:t>
            </a:r>
            <a:r>
              <a:rPr lang="en-US" sz="2400" cap="none" dirty="0">
                <a:latin typeface="Gill Sans MT" panose="020B0502020104020203" pitchFamily="34" charset="0"/>
              </a:rPr>
              <a:t>Verilog HDL and Xilinx tool are used in this project.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Verilog code is similar to ‘C’.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It is easy to implement.</a:t>
            </a:r>
          </a:p>
          <a:p>
            <a:endParaRPr lang="en-US" cap="none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2065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3962A8-AA8E-4DED-BD20-FC4C2FA2D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7008" y="596814"/>
            <a:ext cx="8911687" cy="1280890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8A7BF58-DA32-4645-8340-DACF1C4A5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cap="none" dirty="0"/>
              <a:t>Xilinx synthesis the code and provides RTL schematic.</a:t>
            </a:r>
          </a:p>
          <a:p>
            <a:r>
              <a:rPr lang="en-US" sz="2400" cap="none" dirty="0"/>
              <a:t>Xilinx also provides the simulation output.</a:t>
            </a:r>
          </a:p>
          <a:p>
            <a:r>
              <a:rPr lang="en-US" sz="2400" cap="none" dirty="0"/>
              <a:t>We use Xilinx 14.5 ISE version.</a:t>
            </a:r>
            <a:endParaRPr lang="en-IN" sz="2400" cap="none" dirty="0"/>
          </a:p>
        </p:txBody>
      </p:sp>
    </p:spTree>
    <p:extLst>
      <p:ext uri="{BB962C8B-B14F-4D97-AF65-F5344CB8AC3E}">
        <p14:creationId xmlns:p14="http://schemas.microsoft.com/office/powerpoint/2010/main" xmlns="" val="2247531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158EE85-21E1-40DF-88E7-47E4F40C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053" y="774235"/>
            <a:ext cx="8911687" cy="1280890"/>
          </a:xfrm>
        </p:spPr>
        <p:txBody>
          <a:bodyPr/>
          <a:lstStyle/>
          <a:p>
            <a:r>
              <a:rPr lang="en-US" b="1" dirty="0"/>
              <a:t>CAS NETWORK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6276D1AD-5CB1-44B4-8726-69F8D79867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859553" y="1440080"/>
            <a:ext cx="5820992" cy="5191695"/>
          </a:xfrm>
        </p:spPr>
      </p:pic>
    </p:spTree>
    <p:extLst>
      <p:ext uri="{BB962C8B-B14F-4D97-AF65-F5344CB8AC3E}">
        <p14:creationId xmlns:p14="http://schemas.microsoft.com/office/powerpoint/2010/main" xmlns="" val="2894019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61E5FE-957B-44D3-BE34-985FA5D26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1" y="624110"/>
            <a:ext cx="9396412" cy="1280890"/>
          </a:xfrm>
        </p:spPr>
        <p:txBody>
          <a:bodyPr/>
          <a:lstStyle/>
          <a:p>
            <a:r>
              <a:rPr lang="en-US" b="1" dirty="0"/>
              <a:t>CAS NETWORK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227E216-941D-4FC3-B9A7-908471DF9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89100"/>
            <a:ext cx="9866312" cy="4222122"/>
          </a:xfrm>
        </p:spPr>
        <p:txBody>
          <a:bodyPr/>
          <a:lstStyle/>
          <a:p>
            <a:r>
              <a:rPr lang="en-US" dirty="0"/>
              <a:t>CAS represents compare and swap network</a:t>
            </a:r>
          </a:p>
          <a:p>
            <a:r>
              <a:rPr lang="en-US" dirty="0"/>
              <a:t>It consists of ascending and descending blocks</a:t>
            </a:r>
          </a:p>
          <a:p>
            <a:r>
              <a:rPr lang="en-US" dirty="0"/>
              <a:t>Here 8 input CAS algorithm builds the required network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967169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2E8C14-8AD9-489B-BCCC-47E6CD4AE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ASCENDING &amp; DESCENDING CIRCUITS</a:t>
            </a:r>
            <a:endParaRPr lang="en-IN" b="1" dirty="0"/>
          </a:p>
        </p:txBody>
      </p:sp>
      <p:pic>
        <p:nvPicPr>
          <p:cNvPr id="5" name="Content Placeholder 4" descr="A picture containing text, clock&#10;&#10;Description automatically generated">
            <a:extLst>
              <a:ext uri="{FF2B5EF4-FFF2-40B4-BE49-F238E27FC236}">
                <a16:creationId xmlns:a16="http://schemas.microsoft.com/office/drawing/2014/main" xmlns="" id="{058EDF00-2F6E-4C06-8760-4600729EC9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2036"/>
          <a:stretch/>
        </p:blipFill>
        <p:spPr>
          <a:xfrm>
            <a:off x="2389615" y="2195807"/>
            <a:ext cx="6858000" cy="1280890"/>
          </a:xfrm>
        </p:spPr>
      </p:pic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xmlns="" id="{D67B02DB-7F10-4A3C-B71B-124BD32599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84" t="1582" r="-1084" b="12150"/>
          <a:stretch/>
        </p:blipFill>
        <p:spPr>
          <a:xfrm>
            <a:off x="3681158" y="4098248"/>
            <a:ext cx="5439912" cy="230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7795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65082C-B8D3-4EBA-9CFD-4E55B3FF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ASCENDING AND DESCENDING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56F3668-6E83-451A-A496-35C0C0ADA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Ascending and descending represents maximum to minimum and minimum to maximum data respectively.</a:t>
            </a:r>
          </a:p>
          <a:p>
            <a:r>
              <a:rPr lang="en-US" dirty="0"/>
              <a:t>AND Gate gives minimum data as output.</a:t>
            </a:r>
          </a:p>
          <a:p>
            <a:r>
              <a:rPr lang="en-US" dirty="0"/>
              <a:t>OR Gate gives maximum data as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00960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2683BD-F1B8-4444-AA3E-848FCCE55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ASCENDING RTL</a:t>
            </a:r>
            <a:endParaRPr lang="en-IN" b="1" dirty="0"/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xmlns="" id="{D0D68A70-D4C3-4ADA-BC87-A52AD47396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4111" t="9889" r="22376" b="30387"/>
          <a:stretch/>
        </p:blipFill>
        <p:spPr>
          <a:xfrm>
            <a:off x="1897041" y="1549399"/>
            <a:ext cx="7465664" cy="5537879"/>
          </a:xfrm>
        </p:spPr>
      </p:pic>
    </p:spTree>
    <p:extLst>
      <p:ext uri="{BB962C8B-B14F-4D97-AF65-F5344CB8AC3E}">
        <p14:creationId xmlns:p14="http://schemas.microsoft.com/office/powerpoint/2010/main" xmlns="" val="126053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BD22B7-69CF-4506-9390-CEE4495B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ASCENDING OUTPUT</a:t>
            </a:r>
            <a:endParaRPr lang="en-IN" b="1" dirty="0"/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2BBB7817-C031-4ABD-AEA1-F5A05C71B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8703" t="10314" r="1176" b="36376"/>
          <a:stretch/>
        </p:blipFill>
        <p:spPr>
          <a:xfrm>
            <a:off x="1974836" y="2171700"/>
            <a:ext cx="8413763" cy="38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1365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3FCFDD-E163-40A7-A060-F9BF1503B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7165" y="540768"/>
            <a:ext cx="8911537" cy="1290851"/>
          </a:xfrm>
        </p:spPr>
        <p:txBody>
          <a:bodyPr/>
          <a:lstStyle/>
          <a:p>
            <a:r>
              <a:rPr lang="en-US" b="1" dirty="0"/>
              <a:t>DESCENDING OUTPUT</a:t>
            </a:r>
            <a:endParaRPr lang="en-IN" b="1" dirty="0"/>
          </a:p>
        </p:txBody>
      </p:sp>
      <p:pic>
        <p:nvPicPr>
          <p:cNvPr id="5" name="Content Placeholder 4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xmlns="" id="{41DD8A0A-0D14-406B-9142-A9EDA157A3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717" t="10279" r="20709" b="30778"/>
          <a:stretch/>
        </p:blipFill>
        <p:spPr>
          <a:xfrm>
            <a:off x="255563" y="2051765"/>
            <a:ext cx="4055807" cy="4498022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99C54BE4-BA6E-4DE7-B3A5-09416B92D5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771" t="10715" r="1055" b="35881"/>
          <a:stretch/>
        </p:blipFill>
        <p:spPr>
          <a:xfrm>
            <a:off x="4188541" y="2051765"/>
            <a:ext cx="7870725" cy="4351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05733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1CE1F6-A317-4799-BAFE-B4FFA3AE1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631" y="624110"/>
            <a:ext cx="9552982" cy="1280890"/>
          </a:xfrm>
        </p:spPr>
        <p:txBody>
          <a:bodyPr/>
          <a:lstStyle/>
          <a:p>
            <a:r>
              <a:rPr lang="en-US" b="1" dirty="0"/>
              <a:t>CAS NETWORK FOR 8-INPUT SORTING</a:t>
            </a:r>
            <a:endParaRPr lang="en-IN" b="1" dirty="0"/>
          </a:p>
        </p:txBody>
      </p:sp>
      <p:pic>
        <p:nvPicPr>
          <p:cNvPr id="7" name="Content Placeholder 6" descr="Diagram&#10;&#10;Description automatically generated">
            <a:extLst>
              <a:ext uri="{FF2B5EF4-FFF2-40B4-BE49-F238E27FC236}">
                <a16:creationId xmlns:a16="http://schemas.microsoft.com/office/drawing/2014/main" xmlns="" id="{AB4D5992-A53E-4588-A784-E5AF3B6209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706" y="1765109"/>
            <a:ext cx="8911687" cy="4994529"/>
          </a:xfrm>
        </p:spPr>
      </p:pic>
    </p:spTree>
    <p:extLst>
      <p:ext uri="{BB962C8B-B14F-4D97-AF65-F5344CB8AC3E}">
        <p14:creationId xmlns:p14="http://schemas.microsoft.com/office/powerpoint/2010/main" xmlns="" val="2352864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430D75-6157-413D-88A4-8C2C2C967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3712" y="429923"/>
            <a:ext cx="8911687" cy="1280890"/>
          </a:xfrm>
        </p:spPr>
        <p:txBody>
          <a:bodyPr/>
          <a:lstStyle/>
          <a:p>
            <a:r>
              <a:rPr lang="en-US" b="1" dirty="0"/>
              <a:t>RTL SCHEMATIC : TOP MODULE</a:t>
            </a:r>
            <a:endParaRPr lang="en-IN" b="1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D1CE74A7-B76C-48FB-8C7C-1C13887055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0849" t="12502" r="28464" b="32297"/>
          <a:stretch/>
        </p:blipFill>
        <p:spPr>
          <a:xfrm>
            <a:off x="3524865" y="1710813"/>
            <a:ext cx="4630993" cy="4970205"/>
          </a:xfrm>
        </p:spPr>
      </p:pic>
    </p:spTree>
    <p:extLst>
      <p:ext uri="{BB962C8B-B14F-4D97-AF65-F5344CB8AC3E}">
        <p14:creationId xmlns:p14="http://schemas.microsoft.com/office/powerpoint/2010/main" xmlns="" val="4271010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0BFD9D-E3B2-47EA-AC9B-71314A1F2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575" y="235974"/>
            <a:ext cx="9897038" cy="1669026"/>
          </a:xfrm>
        </p:spPr>
        <p:txBody>
          <a:bodyPr/>
          <a:lstStyle/>
          <a:p>
            <a:r>
              <a:rPr lang="en-US" b="1" dirty="0"/>
              <a:t>      SIMULATION : TOP MODULE</a:t>
            </a:r>
            <a:endParaRPr lang="en-IN" b="1" dirty="0"/>
          </a:p>
        </p:txBody>
      </p:sp>
      <p:pic>
        <p:nvPicPr>
          <p:cNvPr id="9" name="Content Placeholder 8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62C741AA-BAEE-43F3-89D7-85FA5E014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6636" t="10512" b="35551"/>
          <a:stretch/>
        </p:blipFill>
        <p:spPr>
          <a:xfrm>
            <a:off x="925768" y="1472364"/>
            <a:ext cx="10961432" cy="5245898"/>
          </a:xfrm>
        </p:spPr>
      </p:pic>
    </p:spTree>
    <p:extLst>
      <p:ext uri="{BB962C8B-B14F-4D97-AF65-F5344CB8AC3E}">
        <p14:creationId xmlns:p14="http://schemas.microsoft.com/office/powerpoint/2010/main" xmlns="" val="422751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71B74B-9F3D-4CA1-8E4B-A0DE7204C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3DD571-EA00-4673-9A47-48D9A3604A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33088" y="2214694"/>
            <a:ext cx="10363826" cy="3027959"/>
          </a:xfrm>
        </p:spPr>
        <p:txBody>
          <a:bodyPr/>
          <a:lstStyle/>
          <a:p>
            <a:r>
              <a:rPr lang="en-US" sz="2400" cap="none" dirty="0">
                <a:latin typeface="Gill Sans MT" panose="020B0502020104020203" pitchFamily="34" charset="0"/>
              </a:rPr>
              <a:t>Low cost.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Easy to implement.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Requires less area. </a:t>
            </a:r>
          </a:p>
          <a:p>
            <a:pPr marL="0" indent="0">
              <a:buNone/>
            </a:pPr>
            <a:endParaRPr lang="en-US" sz="2400" cap="none" dirty="0">
              <a:latin typeface="Gill Sans MT" panose="020B0502020104020203" pitchFamily="34" charset="0"/>
            </a:endParaRPr>
          </a:p>
          <a:p>
            <a:pPr marL="0" indent="0">
              <a:buNone/>
            </a:pPr>
            <a:endParaRPr lang="en-US" cap="none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45422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7AFC97-CCF5-409B-B98F-6D7762DE2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5E6920-3637-4F7F-B7ED-0DD7DCF667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cap="none" dirty="0">
                <a:latin typeface="Gill Sans MT" panose="020B0502020104020203" pitchFamily="34" charset="0"/>
              </a:rPr>
              <a:t>signal processing.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Image processing.</a:t>
            </a:r>
          </a:p>
          <a:p>
            <a:r>
              <a:rPr lang="en-US" sz="2400" cap="none" dirty="0">
                <a:latin typeface="Gill Sans MT" panose="020B0502020104020203" pitchFamily="34" charset="0"/>
              </a:rPr>
              <a:t>Switching systems.</a:t>
            </a:r>
          </a:p>
          <a:p>
            <a:endParaRPr lang="en-IN" cap="none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666730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51D21F-0471-41F0-922C-042D38A2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64C49F-85DD-48E7-B0DD-1BE1AE850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Sorting networks have been widely used in different applications. </a:t>
            </a:r>
          </a:p>
          <a:p>
            <a:r>
              <a:rPr lang="en-US" dirty="0"/>
              <a:t>Their regular structure makes them popular for signal processing systems and communication switching networks.</a:t>
            </a:r>
          </a:p>
          <a:p>
            <a:r>
              <a:rPr lang="en-US" dirty="0"/>
              <a:t> However, a conventional weighted binary-based implementation of a large sorting network is costly considering the large number of CAS units that such a network entails. </a:t>
            </a:r>
          </a:p>
          <a:p>
            <a:r>
              <a:rPr lang="en-US" dirty="0"/>
              <a:t>The VLSI cost increases significantly with increasing resolution of the input data.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23864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, whiteboard&#10;&#10;Description automatically generated">
            <a:extLst>
              <a:ext uri="{FF2B5EF4-FFF2-40B4-BE49-F238E27FC236}">
                <a16:creationId xmlns:a16="http://schemas.microsoft.com/office/drawing/2014/main" xmlns="" id="{888AFE9E-4097-4684-B8D9-4F5BA41DC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1923061" y="794832"/>
            <a:ext cx="8345877" cy="526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0969419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2121</TotalTime>
  <Words>395</Words>
  <Application>Microsoft Office PowerPoint</Application>
  <PresentationFormat>Custom</PresentationFormat>
  <Paragraphs>61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Wisp</vt:lpstr>
      <vt:lpstr>   INDUSTRIAL ORIENTED MINIPROJECT                  SEMINAR ON         LOW-COST SORTING NETWORK CIRCUITS          USING UNARY PROCCESING</vt:lpstr>
      <vt:lpstr>                           ABSTRACT</vt:lpstr>
      <vt:lpstr>ABSTRACT</vt:lpstr>
      <vt:lpstr>ABSTRACT </vt:lpstr>
      <vt:lpstr>INTRODUCTION </vt:lpstr>
      <vt:lpstr>INTRODUCTION</vt:lpstr>
      <vt:lpstr>INTRODUCTION</vt:lpstr>
      <vt:lpstr>INTRODUCTION</vt:lpstr>
      <vt:lpstr>CAS NETWORK</vt:lpstr>
      <vt:lpstr>CAS NETWORK</vt:lpstr>
      <vt:lpstr>ASCENDING &amp; DESCENDING CIRCUITS</vt:lpstr>
      <vt:lpstr>ASCENDING AND DESCENDING</vt:lpstr>
      <vt:lpstr>ASCENDING RTL</vt:lpstr>
      <vt:lpstr>ASCENDING OUTPUT</vt:lpstr>
      <vt:lpstr>DESCENDING OUTPUT</vt:lpstr>
      <vt:lpstr>CAS NETWORK FOR 8-INPUT SORTING</vt:lpstr>
      <vt:lpstr>RTL SCHEMATIC : TOP MODULE</vt:lpstr>
      <vt:lpstr>      SIMULATION : TOP MODULE</vt:lpstr>
      <vt:lpstr>Advantages</vt:lpstr>
      <vt:lpstr>Applications</vt:lpstr>
      <vt:lpstr>CONCLUSION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ORIENTED MINIPROJECT ABSTRACT                              SEMINAR ON LOW-COST SORTING NETWORK CIRCUITS     USING UNARY PROCCESING</dc:title>
  <dc:creator>meka naga sharath chandra</dc:creator>
  <cp:lastModifiedBy>Muralidhar</cp:lastModifiedBy>
  <cp:revision>12</cp:revision>
  <dcterms:created xsi:type="dcterms:W3CDTF">2021-12-08T05:43:07Z</dcterms:created>
  <dcterms:modified xsi:type="dcterms:W3CDTF">2022-04-26T20:42:25Z</dcterms:modified>
</cp:coreProperties>
</file>